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5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73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0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9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5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4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1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6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98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18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02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55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65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082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52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215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64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9144B6-396E-48EA-8071-9123B2C723F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620F03-5F9A-43D7-A433-5A6F059A6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88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C6E44-2966-3321-740C-AD928AD1973A}"/>
              </a:ext>
            </a:extLst>
          </p:cNvPr>
          <p:cNvSpPr txBox="1"/>
          <p:nvPr/>
        </p:nvSpPr>
        <p:spPr>
          <a:xfrm>
            <a:off x="1197864" y="2738414"/>
            <a:ext cx="930859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Sharda Dry Herbs:</a:t>
            </a:r>
          </a:p>
          <a:p>
            <a:pPr>
              <a:buNone/>
            </a:pPr>
            <a:endParaRPr lang="en-IN" sz="3200" b="1" i="1" u="sng" dirty="0"/>
          </a:p>
          <a:p>
            <a:pPr>
              <a:buNone/>
            </a:pPr>
            <a:r>
              <a:rPr lang="en-IN" sz="2800" i="1" dirty="0">
                <a:latin typeface="Bodoni MT" panose="02070603080606020203" pitchFamily="18" charset="0"/>
              </a:rPr>
              <a:t>Multi-Page Responsive Product Website</a:t>
            </a:r>
            <a:endParaRPr lang="en-IN" sz="2800" dirty="0">
              <a:latin typeface="Bodoni MT" panose="02070603080606020203" pitchFamily="18" charset="0"/>
            </a:endParaRPr>
          </a:p>
          <a:p>
            <a:pPr>
              <a:buNone/>
            </a:pPr>
            <a:r>
              <a:rPr lang="en-IN" sz="2800" dirty="0">
                <a:latin typeface="Bodoni MT" panose="02070603080606020203" pitchFamily="18" charset="0"/>
              </a:rPr>
              <a:t>Prepared By: DHRUV SHARDA</a:t>
            </a:r>
          </a:p>
          <a:p>
            <a:pPr>
              <a:buNone/>
            </a:pPr>
            <a:r>
              <a:rPr lang="en-IN" sz="2800" dirty="0">
                <a:latin typeface="Bodoni MT" panose="02070603080606020203" pitchFamily="18" charset="0"/>
              </a:rPr>
              <a:t>Roll no. : 2415000544</a:t>
            </a:r>
          </a:p>
          <a:p>
            <a:pPr>
              <a:buNone/>
            </a:pPr>
            <a:r>
              <a:rPr lang="en-IN" sz="2800" dirty="0">
                <a:latin typeface="Bodoni MT" panose="02070603080606020203" pitchFamily="18" charset="0"/>
              </a:rPr>
              <a:t>#Mini Hack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3C8C9-6B30-35E3-3375-DA95EB008C44}"/>
              </a:ext>
            </a:extLst>
          </p:cNvPr>
          <p:cNvSpPr/>
          <p:nvPr/>
        </p:nvSpPr>
        <p:spPr>
          <a:xfrm>
            <a:off x="1712976" y="847337"/>
            <a:ext cx="754193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Sharda Dry Herbs – Multi-Page Responsive Website</a:t>
            </a:r>
          </a:p>
        </p:txBody>
      </p:sp>
    </p:spTree>
    <p:extLst>
      <p:ext uri="{BB962C8B-B14F-4D97-AF65-F5344CB8AC3E}">
        <p14:creationId xmlns:p14="http://schemas.microsoft.com/office/powerpoint/2010/main" val="2375955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2C502-8CA7-EFF4-731F-9D2AC4EE5964}"/>
              </a:ext>
            </a:extLst>
          </p:cNvPr>
          <p:cNvSpPr txBox="1"/>
          <p:nvPr/>
        </p:nvSpPr>
        <p:spPr>
          <a:xfrm>
            <a:off x="1296542" y="2161092"/>
            <a:ext cx="8684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About Sharda Dry Herbs</a:t>
            </a:r>
          </a:p>
          <a:p>
            <a:pPr>
              <a:buNone/>
            </a:pPr>
            <a:r>
              <a:rPr lang="en-IN" sz="2400" dirty="0">
                <a:latin typeface="Bradley Hand ITC" panose="03070402050302030203" pitchFamily="66" charset="0"/>
              </a:rPr>
              <a:t>Sharda Dry Herbs is a website designed to showcase premium-quality natural herbs and herbal products. It provides users with product information and an easy way to contact the company.</a:t>
            </a:r>
          </a:p>
          <a:p>
            <a:pPr>
              <a:buNone/>
            </a:pPr>
            <a:r>
              <a:rPr lang="en-IN" sz="2400" b="1" dirty="0"/>
              <a:t>Project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Bradley Hand ITC" panose="03070402050302030203" pitchFamily="66" charset="0"/>
              </a:rPr>
              <a:t>Design a responsive multi-page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Bradley Hand ITC" panose="03070402050302030203" pitchFamily="66" charset="0"/>
              </a:rPr>
              <a:t>Display herbal products professionally.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Bradley Hand ITC" panose="03070402050302030203" pitchFamily="66" charset="0"/>
              </a:rPr>
              <a:t>Improve user experience with a simple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Bradley Hand ITC" panose="03070402050302030203" pitchFamily="66" charset="0"/>
              </a:rPr>
              <a:t>Practice HTML, CSS, and responsive web design</a:t>
            </a:r>
            <a:r>
              <a:rPr lang="en-IN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97796-EBF9-338E-50A2-EE44F4A5371C}"/>
              </a:ext>
            </a:extLst>
          </p:cNvPr>
          <p:cNvSpPr/>
          <p:nvPr/>
        </p:nvSpPr>
        <p:spPr>
          <a:xfrm>
            <a:off x="3682815" y="754487"/>
            <a:ext cx="3911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2571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B3587-3675-96D5-491D-1F3766EF5C5A}"/>
              </a:ext>
            </a:extLst>
          </p:cNvPr>
          <p:cNvSpPr txBox="1"/>
          <p:nvPr/>
        </p:nvSpPr>
        <p:spPr>
          <a:xfrm>
            <a:off x="1209294" y="2086600"/>
            <a:ext cx="67185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Technologies: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HTML5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Website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CSS3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Styling and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Flexbox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Responsive Navigation &amp; 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Responsive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Mobile-Friendly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Git &amp; GitHub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Version Control and Project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35444-4436-2219-1208-17548C73316E}"/>
              </a:ext>
            </a:extLst>
          </p:cNvPr>
          <p:cNvSpPr/>
          <p:nvPr/>
        </p:nvSpPr>
        <p:spPr>
          <a:xfrm>
            <a:off x="2853536" y="797510"/>
            <a:ext cx="57899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294339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5D57E9-D766-8D7C-51F7-C9E793BB0472}"/>
              </a:ext>
            </a:extLst>
          </p:cNvPr>
          <p:cNvSpPr txBox="1"/>
          <p:nvPr/>
        </p:nvSpPr>
        <p:spPr>
          <a:xfrm>
            <a:off x="1316736" y="1701659"/>
            <a:ext cx="76146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Pages Created</a:t>
            </a:r>
          </a:p>
          <a:p>
            <a:pPr>
              <a:buNone/>
            </a:pPr>
            <a:r>
              <a:rPr lang="en-IN" sz="1600" b="1" dirty="0"/>
              <a:t>🏠 Home (index.html)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Hero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About Preview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Featured Products</a:t>
            </a:r>
          </a:p>
          <a:p>
            <a:pPr>
              <a:buNone/>
            </a:pPr>
            <a:r>
              <a:rPr lang="en-IN" sz="1600" b="1" dirty="0"/>
              <a:t>🌿 About (about.html)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Company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Why Choose Us</a:t>
            </a:r>
          </a:p>
          <a:p>
            <a:pPr>
              <a:buNone/>
            </a:pPr>
            <a:r>
              <a:rPr lang="en-IN" sz="1600" b="1" dirty="0"/>
              <a:t>📦 Products (Product.html)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Product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Product Descriptions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Pricing Information</a:t>
            </a:r>
          </a:p>
          <a:p>
            <a:pPr>
              <a:buNone/>
            </a:pPr>
            <a:r>
              <a:rPr lang="en-IN" sz="1600" b="1" dirty="0"/>
              <a:t>📞 Contact (Contact.html)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Contact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Email &amp; Phone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081D5-482D-CDEB-12BD-6795E8A93A57}"/>
              </a:ext>
            </a:extLst>
          </p:cNvPr>
          <p:cNvSpPr/>
          <p:nvPr/>
        </p:nvSpPr>
        <p:spPr>
          <a:xfrm>
            <a:off x="3328770" y="705177"/>
            <a:ext cx="53698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Website Structure</a:t>
            </a:r>
          </a:p>
        </p:txBody>
      </p:sp>
    </p:spTree>
    <p:extLst>
      <p:ext uri="{BB962C8B-B14F-4D97-AF65-F5344CB8AC3E}">
        <p14:creationId xmlns:p14="http://schemas.microsoft.com/office/powerpoint/2010/main" val="364557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7779C-53EF-0FA7-BD9F-428DAC39450F}"/>
              </a:ext>
            </a:extLst>
          </p:cNvPr>
          <p:cNvSpPr txBox="1"/>
          <p:nvPr/>
        </p:nvSpPr>
        <p:spPr>
          <a:xfrm>
            <a:off x="1501902" y="2023932"/>
            <a:ext cx="60944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Main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Sticky Navigation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Company Logo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Hero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About Us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Product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Responsive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Contact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Footer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Simple &amp; User-Friendly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43064C-35A9-3636-66B1-C8EA7910A2BD}"/>
              </a:ext>
            </a:extLst>
          </p:cNvPr>
          <p:cNvSpPr/>
          <p:nvPr/>
        </p:nvSpPr>
        <p:spPr>
          <a:xfrm>
            <a:off x="3431209" y="608183"/>
            <a:ext cx="51832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Website Features</a:t>
            </a:r>
          </a:p>
        </p:txBody>
      </p:sp>
    </p:spTree>
    <p:extLst>
      <p:ext uri="{BB962C8B-B14F-4D97-AF65-F5344CB8AC3E}">
        <p14:creationId xmlns:p14="http://schemas.microsoft.com/office/powerpoint/2010/main" val="309957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AD790-CA86-871A-2743-2A4F85C19B81}"/>
              </a:ext>
            </a:extLst>
          </p:cNvPr>
          <p:cNvSpPr txBox="1"/>
          <p:nvPr/>
        </p:nvSpPr>
        <p:spPr>
          <a:xfrm>
            <a:off x="2830831" y="1553309"/>
            <a:ext cx="1826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Home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F8C6F-BD04-80BB-DA97-067D689FFEBE}"/>
              </a:ext>
            </a:extLst>
          </p:cNvPr>
          <p:cNvSpPr/>
          <p:nvPr/>
        </p:nvSpPr>
        <p:spPr>
          <a:xfrm>
            <a:off x="2753443" y="608183"/>
            <a:ext cx="61547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Website Screenshots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33763-8CE5-2726-A373-8922E2EFA174}"/>
              </a:ext>
            </a:extLst>
          </p:cNvPr>
          <p:cNvSpPr txBox="1"/>
          <p:nvPr/>
        </p:nvSpPr>
        <p:spPr>
          <a:xfrm>
            <a:off x="2907792" y="3825317"/>
            <a:ext cx="318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About page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F9BC1-71A7-0040-DF9C-BC56628A5064}"/>
              </a:ext>
            </a:extLst>
          </p:cNvPr>
          <p:cNvSpPr txBox="1"/>
          <p:nvPr/>
        </p:nvSpPr>
        <p:spPr>
          <a:xfrm>
            <a:off x="7534656" y="3825317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Products Page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BD59C-D3A6-3299-E08E-311D64B12CD7}"/>
              </a:ext>
            </a:extLst>
          </p:cNvPr>
          <p:cNvSpPr txBox="1"/>
          <p:nvPr/>
        </p:nvSpPr>
        <p:spPr>
          <a:xfrm>
            <a:off x="7534656" y="1531513"/>
            <a:ext cx="207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Contact Page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FDBCC0-A549-DC98-4039-EF3753A2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92"/>
          <a:stretch>
            <a:fillRect/>
          </a:stretch>
        </p:blipFill>
        <p:spPr>
          <a:xfrm>
            <a:off x="2011956" y="4277567"/>
            <a:ext cx="3614884" cy="1850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6961A4-D054-A175-CA25-21BE397D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19"/>
          <a:stretch>
            <a:fillRect/>
          </a:stretch>
        </p:blipFill>
        <p:spPr>
          <a:xfrm>
            <a:off x="6492954" y="1917561"/>
            <a:ext cx="3677206" cy="18860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981266-B1CB-0EB9-0B0C-019CF7E43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660" y="1854678"/>
            <a:ext cx="2586685" cy="20317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D3AAFE-984C-45C0-8A52-03A102C4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83" b="9612"/>
          <a:stretch>
            <a:fillRect/>
          </a:stretch>
        </p:blipFill>
        <p:spPr>
          <a:xfrm>
            <a:off x="6463972" y="4225427"/>
            <a:ext cx="4371058" cy="20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6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31828-D8AC-CC3C-F5E3-12EBB82A29DA}"/>
              </a:ext>
            </a:extLst>
          </p:cNvPr>
          <p:cNvSpPr txBox="1"/>
          <p:nvPr/>
        </p:nvSpPr>
        <p:spPr>
          <a:xfrm>
            <a:off x="1697482" y="1866820"/>
            <a:ext cx="69181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Challenges Faced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Designing a responsive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Aligning images and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Creating navigation between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Organizing CSS effectively</a:t>
            </a:r>
          </a:p>
          <a:p>
            <a:pPr>
              <a:buNone/>
            </a:pPr>
            <a:r>
              <a:rPr lang="en-IN" sz="2000" b="1" dirty="0"/>
              <a:t>Learning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HTML page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CSS styling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Flexbox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Multi-page website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Responsive design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Better understanding of project organization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6B2BA-70B7-1EC6-33F0-B7F43F5D0AC3}"/>
              </a:ext>
            </a:extLst>
          </p:cNvPr>
          <p:cNvSpPr/>
          <p:nvPr/>
        </p:nvSpPr>
        <p:spPr>
          <a:xfrm>
            <a:off x="2388440" y="485060"/>
            <a:ext cx="70290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Challenges &amp; Learning</a:t>
            </a:r>
          </a:p>
        </p:txBody>
      </p:sp>
    </p:spTree>
    <p:extLst>
      <p:ext uri="{BB962C8B-B14F-4D97-AF65-F5344CB8AC3E}">
        <p14:creationId xmlns:p14="http://schemas.microsoft.com/office/powerpoint/2010/main" val="71622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D2E8F-F656-971E-A376-02DC37D80AD1}"/>
              </a:ext>
            </a:extLst>
          </p:cNvPr>
          <p:cNvSpPr txBox="1"/>
          <p:nvPr/>
        </p:nvSpPr>
        <p:spPr>
          <a:xfrm>
            <a:off x="1340358" y="1748641"/>
            <a:ext cx="60944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Conclusion</a:t>
            </a:r>
          </a:p>
          <a:p>
            <a:pPr>
              <a:buNone/>
            </a:pPr>
            <a:r>
              <a:rPr lang="en-IN" sz="2000" dirty="0">
                <a:latin typeface="Bradley Hand ITC" panose="03070402050302030203" pitchFamily="66" charset="0"/>
              </a:rPr>
              <a:t>The project successfully demonstrates a responsive multi-page herbal products website using HTML and CSS.</a:t>
            </a:r>
          </a:p>
          <a:p>
            <a:pPr>
              <a:buNone/>
            </a:pPr>
            <a:r>
              <a:rPr lang="en-IN" sz="2000" b="1" dirty="0"/>
              <a:t>Future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Add JavaScript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Product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Shopping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Online Ordering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Customer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Database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Bradley Hand ITC" panose="03070402050302030203" pitchFamily="66" charset="0"/>
              </a:rPr>
              <a:t>Payment Gateway</a:t>
            </a:r>
          </a:p>
          <a:p>
            <a:pPr>
              <a:buNone/>
            </a:pPr>
            <a:r>
              <a:rPr lang="en-IN" sz="2000" b="1" dirty="0"/>
              <a:t>Thank You!!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432A2-E391-74D8-3D4B-B393C1800A4B}"/>
              </a:ext>
            </a:extLst>
          </p:cNvPr>
          <p:cNvSpPr/>
          <p:nvPr/>
        </p:nvSpPr>
        <p:spPr>
          <a:xfrm>
            <a:off x="3993508" y="652591"/>
            <a:ext cx="35141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49985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294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Bodoni MT</vt:lpstr>
      <vt:lpstr>Bradley Hand ITC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dhruvsharda.a@gmail.com</dc:creator>
  <cp:lastModifiedBy>dhruvsharda.a@gmail.com</cp:lastModifiedBy>
  <cp:revision>3</cp:revision>
  <dcterms:created xsi:type="dcterms:W3CDTF">2026-06-25T12:03:35Z</dcterms:created>
  <dcterms:modified xsi:type="dcterms:W3CDTF">2026-06-25T12:30:32Z</dcterms:modified>
</cp:coreProperties>
</file>